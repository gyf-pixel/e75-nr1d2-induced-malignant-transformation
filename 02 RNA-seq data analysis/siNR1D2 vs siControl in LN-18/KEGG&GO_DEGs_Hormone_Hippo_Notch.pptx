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F7A4C-0C2F-33DB-8573-673CF1C9D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EB95D1-E8F6-B027-2F94-79B950B83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2D8A6-0BDD-DD5C-31DB-2EB0C506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4CEAB-B74D-7732-C9C7-D5824380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9BADC-AE75-ABC4-CD0D-EA11C6BC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11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B267E-F001-98B5-C679-CB10A943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320D28-0C03-84BC-0715-E4988D141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35D95-0490-AACF-7573-217DBEEA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43221-9F10-B158-552C-AB3F5344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07FBD-018D-62D7-3C27-B43CD7E5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4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42790-82E3-655B-CB73-315979F3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B548B-5F25-709E-1B8A-4B9C739D0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F140B-AF32-D166-1D21-4E1F960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58D5D6-BEAE-CA66-B5B6-D67BC64E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10FEE-F01B-E0F7-1C6D-ACDE1D84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3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9A164-2BE3-F31E-BFEE-F8F354EC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941E20-A326-C944-DE6D-3517824D6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F8E1C7-21EF-A34B-1439-383E0B0DF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4E01C6-1D09-3CAA-F4B2-C9AE67D3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0064CA-1BCC-7C56-39B9-10042041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4D9FE0-8BD4-2BD2-7186-CB238744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68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7D3B3-85D5-3420-C8F0-4E6B6DED7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DF985-E5D7-ED20-EEDA-5B5A03DC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55B540-F0DD-867A-B39E-F78F18275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1C1225-5FBE-5341-F2B5-9820C9FE4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910C56-C05F-AD42-1C47-A54AC3305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910861-873D-D376-6227-B101B13F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FF99D2-67D2-7287-BE10-27703179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0BC8BF-A156-C651-310A-2FFCA7E4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070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9ACB1-30FD-C424-4B4A-569B2D0C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D2FCB3-0C15-1631-4677-68FC5BE8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35378C-2559-1AD4-ED47-71943446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8ADE9F-A3D2-D268-146A-5DE866D4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9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536567-C3ED-3B6A-6DA0-32DAF648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E48254-1F8B-8E96-6E62-D8F188D1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7B180-8F1C-8BE8-EB0D-B4CA1898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41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60D5F-3CAB-047F-6A41-5298EBFF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10397-1A33-14FA-CBF8-387941E1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5CB7C4-10A4-5219-C09E-BE67CC6F0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AE33B7-F26C-F4F4-81C1-23863BD3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156028-DEEC-6903-AC68-DBDAE4E6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EE31E-CF63-CD26-560C-484517F2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87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2D75F-5E58-ECE8-954C-4D671B31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6E8571-3A9A-572B-5AB7-092522B1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5765B-2CB8-526A-43DE-BE3D23105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EE58F6-7952-F0AC-12A3-ECE12153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1AEE0D-A061-4A10-1241-80480D41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239A34-106B-3B07-5139-54589E69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0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CC9C5-172D-5082-6D63-FCDDA1E9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4C7F4C-1D07-7CEC-037F-997A9722A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96BE9-A689-89C4-5D29-FD6E2D4B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ABFA7-EAD4-A332-32E9-E64CED4E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87B78-C3AD-31C2-671E-94778B95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2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222C18-6B19-8D0A-BEF0-8E6A86A85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FFDFD4-571E-63E7-FCCD-BE6BCC478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79298-6048-73B4-D033-6E172488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DE93CC-1117-215E-52A2-F15A7F2D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602EDA-384F-63EF-68DE-2D51BFF9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44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0716C1-9E1F-3096-D4F7-60505DF9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DCF04-4037-85AF-C7EF-6A3D8E93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3BE33-A72A-8091-9A0B-3B44BBFAB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BC84C-D4CF-4FF7-9506-4012A0983A0F}" type="datetimeFigureOut">
              <a:rPr lang="zh-CN" altLang="en-US" smtClean="0"/>
              <a:t>2024/2/7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680E9B-0614-2D8A-C323-D61DC758A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1B0D3-CD5D-731C-82BB-F633547B1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8835C-A699-46E7-AACB-23432054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39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维恩图&#10;&#10;描述已自动生成">
            <a:extLst>
              <a:ext uri="{FF2B5EF4-FFF2-40B4-BE49-F238E27FC236}">
                <a16:creationId xmlns:a16="http://schemas.microsoft.com/office/drawing/2014/main" id="{B2E704C1-49F4-B57F-AFFB-36B4EA18D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26" y="1029049"/>
            <a:ext cx="4583774" cy="382035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569760B-D244-A639-D053-78394B42D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401362"/>
              </p:ext>
            </p:extLst>
          </p:nvPr>
        </p:nvGraphicFramePr>
        <p:xfrm>
          <a:off x="4184151" y="2078549"/>
          <a:ext cx="1090449" cy="750570"/>
        </p:xfrm>
        <a:graphic>
          <a:graphicData uri="http://schemas.openxmlformats.org/drawingml/2006/table">
            <a:tbl>
              <a:tblPr/>
              <a:tblGrid>
                <a:gridCol w="1090449">
                  <a:extLst>
                    <a:ext uri="{9D8B030D-6E8A-4147-A177-3AD203B41FA5}">
                      <a16:colId xmlns:a16="http://schemas.microsoft.com/office/drawing/2014/main" val="18266029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HDAC1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434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NOTCH2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4478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NOTCH4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1465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0DCD6E1-8E81-892D-9024-9077777D7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621088"/>
              </p:ext>
            </p:extLst>
          </p:nvPr>
        </p:nvGraphicFramePr>
        <p:xfrm>
          <a:off x="577811" y="1662239"/>
          <a:ext cx="936772" cy="2001520"/>
        </p:xfrm>
        <a:graphic>
          <a:graphicData uri="http://schemas.openxmlformats.org/drawingml/2006/table">
            <a:tbl>
              <a:tblPr/>
              <a:tblGrid>
                <a:gridCol w="936772">
                  <a:extLst>
                    <a:ext uri="{9D8B030D-6E8A-4147-A177-3AD203B41FA5}">
                      <a16:colId xmlns:a16="http://schemas.microsoft.com/office/drawing/2014/main" val="319697653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AXIN1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422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LATS1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0546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APC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295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CCND3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601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PRKCI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1537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BMP4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465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YWHAH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595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SMAD3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329042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FC4E6321-3DD8-D4E9-B18A-6E936E68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600" y="842916"/>
            <a:ext cx="6868883" cy="4735951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6CDC2D0-C25E-64B6-8961-082FB1ED87C1}"/>
              </a:ext>
            </a:extLst>
          </p:cNvPr>
          <p:cNvCxnSpPr>
            <a:cxnSpLocks/>
          </p:cNvCxnSpPr>
          <p:nvPr/>
        </p:nvCxnSpPr>
        <p:spPr>
          <a:xfrm flipH="1" flipV="1">
            <a:off x="1514583" y="2311685"/>
            <a:ext cx="735457" cy="42124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2020002-9877-D37E-B7C6-F729DD447F87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72594" y="2453834"/>
            <a:ext cx="411557" cy="279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07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BB02911-192E-6DD8-EBE8-097AB54A0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624200"/>
            <a:ext cx="5686425" cy="5042542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B84251E-7C4F-D3A1-35B6-1936FF3FD30A}"/>
              </a:ext>
            </a:extLst>
          </p:cNvPr>
          <p:cNvCxnSpPr>
            <a:cxnSpLocks/>
          </p:cNvCxnSpPr>
          <p:nvPr/>
        </p:nvCxnSpPr>
        <p:spPr>
          <a:xfrm flipH="1">
            <a:off x="3143892" y="1648931"/>
            <a:ext cx="179275" cy="21833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1E865D5-6092-EED3-44C4-54063AAE4318}"/>
              </a:ext>
            </a:extLst>
          </p:cNvPr>
          <p:cNvCxnSpPr>
            <a:cxnSpLocks/>
          </p:cNvCxnSpPr>
          <p:nvPr/>
        </p:nvCxnSpPr>
        <p:spPr>
          <a:xfrm flipH="1">
            <a:off x="3143892" y="2899881"/>
            <a:ext cx="1263537" cy="9288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CEFEF03-8898-2E52-ED98-5156D3066D6F}"/>
              </a:ext>
            </a:extLst>
          </p:cNvPr>
          <p:cNvCxnSpPr>
            <a:cxnSpLocks/>
          </p:cNvCxnSpPr>
          <p:nvPr/>
        </p:nvCxnSpPr>
        <p:spPr>
          <a:xfrm flipH="1">
            <a:off x="3143892" y="3320039"/>
            <a:ext cx="1707773" cy="5122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C549BB0-AC3F-93A6-6143-C998DD1282C6}"/>
              </a:ext>
            </a:extLst>
          </p:cNvPr>
          <p:cNvCxnSpPr>
            <a:cxnSpLocks/>
          </p:cNvCxnSpPr>
          <p:nvPr/>
        </p:nvCxnSpPr>
        <p:spPr>
          <a:xfrm>
            <a:off x="3916362" y="2042631"/>
            <a:ext cx="654050" cy="298238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8982F5B-D4F5-EB96-E308-2E3E82A0F525}"/>
              </a:ext>
            </a:extLst>
          </p:cNvPr>
          <p:cNvCxnSpPr>
            <a:cxnSpLocks/>
          </p:cNvCxnSpPr>
          <p:nvPr/>
        </p:nvCxnSpPr>
        <p:spPr>
          <a:xfrm>
            <a:off x="4407429" y="2483956"/>
            <a:ext cx="162983" cy="254105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EB365D7-38DF-3663-6BF2-F9A0CAE10D58}"/>
              </a:ext>
            </a:extLst>
          </p:cNvPr>
          <p:cNvCxnSpPr>
            <a:cxnSpLocks/>
          </p:cNvCxnSpPr>
          <p:nvPr/>
        </p:nvCxnSpPr>
        <p:spPr>
          <a:xfrm flipH="1">
            <a:off x="4570412" y="3665056"/>
            <a:ext cx="889000" cy="135995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26B592D-DB58-0456-7CCD-41D74ABAE9B8}"/>
              </a:ext>
            </a:extLst>
          </p:cNvPr>
          <p:cNvCxnSpPr>
            <a:cxnSpLocks/>
          </p:cNvCxnSpPr>
          <p:nvPr/>
        </p:nvCxnSpPr>
        <p:spPr>
          <a:xfrm flipH="1">
            <a:off x="4570412" y="4080981"/>
            <a:ext cx="1280583" cy="94403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949F1F2-63AB-C4AF-A44C-C25D11CBC5C4}"/>
              </a:ext>
            </a:extLst>
          </p:cNvPr>
          <p:cNvCxnSpPr>
            <a:cxnSpLocks/>
          </p:cNvCxnSpPr>
          <p:nvPr/>
        </p:nvCxnSpPr>
        <p:spPr>
          <a:xfrm flipH="1">
            <a:off x="4570412" y="4509606"/>
            <a:ext cx="1831975" cy="51540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43E1148-20A2-6EEF-9A04-042D089347FB}"/>
              </a:ext>
            </a:extLst>
          </p:cNvPr>
          <p:cNvCxnSpPr>
            <a:cxnSpLocks/>
          </p:cNvCxnSpPr>
          <p:nvPr/>
        </p:nvCxnSpPr>
        <p:spPr>
          <a:xfrm flipH="1">
            <a:off x="4570412" y="4938231"/>
            <a:ext cx="2159000" cy="8678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5F92434-CF0A-0AF0-302B-39C1051501FA}"/>
              </a:ext>
            </a:extLst>
          </p:cNvPr>
          <p:cNvCxnSpPr>
            <a:cxnSpLocks/>
          </p:cNvCxnSpPr>
          <p:nvPr/>
        </p:nvCxnSpPr>
        <p:spPr>
          <a:xfrm flipH="1" flipV="1">
            <a:off x="4570412" y="5025014"/>
            <a:ext cx="2717800" cy="345017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7BC347C2-D5C3-D2A5-1ACE-772F9C94A32C}"/>
              </a:ext>
            </a:extLst>
          </p:cNvPr>
          <p:cNvSpPr txBox="1"/>
          <p:nvPr/>
        </p:nvSpPr>
        <p:spPr>
          <a:xfrm>
            <a:off x="2093247" y="3828752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Notch &amp; Hormone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4A8DD34-B15E-B853-0F63-29473D7E92A6}"/>
              </a:ext>
            </a:extLst>
          </p:cNvPr>
          <p:cNvSpPr txBox="1"/>
          <p:nvPr/>
        </p:nvSpPr>
        <p:spPr>
          <a:xfrm>
            <a:off x="3472455" y="509700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Hippo &amp; Hormone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63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17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Yifan GUO 郭一帆</dc:creator>
  <cp:lastModifiedBy>Yifan GUO 郭一帆</cp:lastModifiedBy>
  <cp:revision>10</cp:revision>
  <dcterms:created xsi:type="dcterms:W3CDTF">2024-02-07T06:36:11Z</dcterms:created>
  <dcterms:modified xsi:type="dcterms:W3CDTF">2024-02-07T09:12:46Z</dcterms:modified>
</cp:coreProperties>
</file>